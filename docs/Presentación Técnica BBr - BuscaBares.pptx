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  <p:embeddedFont>
      <p:font typeface="Poppins" panose="020B0502040204020203" pitchFamily="2" charset="0"/>
      <p:regular r:id="rId21"/>
      <p:bold r:id="rId22"/>
      <p:italic r:id="rId23"/>
      <p:boldItalic r:id="rId24"/>
    </p:embeddedFont>
    <p:embeddedFont>
      <p:font typeface="Poppins Medium" panose="020B0502040204020203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F6E718-5BFA-416F-A776-58CBD2A99082}">
  <a:tblStyle styleId="{3FF6E718-5BFA-416F-A776-58CBD2A990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741140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PROYECTO INTERMODULAR DAW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2398365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BBr - BuscaBares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636615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9731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PLATAFORMA DE DESCUBRIMIENTO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293840"/>
            <a:ext cx="10668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Realizado por: BBr Team (Adrián Cantalapiedra, Adrián Castro, Francisco Santos)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IES Galileo | Desarrollo de Aplicaciones Web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Valladolid, 5 de Febrero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924175"/>
            <a:ext cx="504825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Introducción </a:t>
            </a:r>
            <a:r>
              <a:rPr lang="en-US" sz="3150" b="0" i="0" u="none" strike="noStrike" cap="none">
                <a:solidFill>
                  <a:srgbClr val="F9731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 / Contexto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924175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Visión del Proyecto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343275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BBr surge como la pieza central del Ciclo DAW, integrando ingeniería de software, administración de sistemas y ciberseguridad en un entorno de producción real.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35664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 enfoque evoluciona del desarrollador tradicional hacia un perfil </a:t>
            </a: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Full Stack con capacidades DevOps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3314700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Necesidad Detectada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37719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Existe una brecha entre la disponibilidad masiva de </a:t>
            </a: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Open Data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la Junta de Castilla y León y su consumo efectivo por el ciudadano final debido a formatos complejos (JSON/CSV) e interfaces obsoletas.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38425"/>
            <a:ext cx="33654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38425"/>
            <a:ext cx="33654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365599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Objetivos Estratégicos </a:t>
            </a:r>
            <a:r>
              <a:rPr lang="en-US" sz="3150" b="0" i="0" u="none" strike="noStrike" cap="none">
                <a:solidFill>
                  <a:srgbClr val="F9731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 / Alcance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0289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57275" y="3600450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Dimensión Datos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57275" y="405765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Automatización de ingesta (ETL) para procesar catálogos de hostelería, normalizando codificaciones y georreferencias.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8475" y="30289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708475" y="3600450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708475" y="405765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Desarrollo desacoplado: API RESTful robusta en Laravel y Frontend reactivo de alto rendimiento en Next.js.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3028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359675" y="3600450"/>
            <a:ext cx="291380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Infraestructura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59675" y="4057650"/>
            <a:ext cx="277504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Entorno virtualizado en Proxmox con seguridad Zero Trust y despliegue orquestado mediante Docker.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Diseño de la Solución </a:t>
            </a:r>
            <a:r>
              <a:rPr lang="en-US" sz="3150" b="0" i="0" u="none" strike="noStrike" cap="none">
                <a:solidFill>
                  <a:srgbClr val="F9731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 / Arquitectura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6"/>
          <p:cNvGraphicFramePr/>
          <p:nvPr/>
        </p:nvGraphicFramePr>
        <p:xfrm>
          <a:off x="762000" y="2719387"/>
          <a:ext cx="10668000" cy="2752750"/>
        </p:xfrm>
        <a:graphic>
          <a:graphicData uri="http://schemas.openxmlformats.org/drawingml/2006/table">
            <a:tbl>
              <a:tblPr firstRow="1" bandRow="1">
                <a:noFill/>
                <a:tableStyleId>{3FF6E718-5BFA-416F-A776-58CBD2A99082}</a:tableStyleId>
              </a:tblPr>
              <a:tblGrid>
                <a:gridCol w="18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Capa Lógica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Tecnología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Responsabilidad Clave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 (SPA)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Next.js + Tailwind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Renderizado híbrido, gestión de estado y UX responsiva.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 (API)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Laravel 10 (PHP 8.2)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de negocio, autenticación Sanctum y procesamiento ETL.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Persistencia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MariaDB 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Almacenamiento relacional e integridad de datos geográficos.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Proxy Inverso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Nginx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Unificación de puntos de entrada y resolución de CORS.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Google Shape;130;p16"/>
          <p:cNvSpPr/>
          <p:nvPr/>
        </p:nvSpPr>
        <p:spPr>
          <a:xfrm>
            <a:off x="762000" y="3829050"/>
            <a:ext cx="18746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636639" y="3829050"/>
            <a:ext cx="23705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007173" y="3829050"/>
            <a:ext cx="6422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62000" y="4371975"/>
            <a:ext cx="18746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636639" y="4371975"/>
            <a:ext cx="23705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007173" y="4371975"/>
            <a:ext cx="6422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762000" y="4914900"/>
            <a:ext cx="18746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636639" y="4914900"/>
            <a:ext cx="23705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007173" y="4914900"/>
            <a:ext cx="6422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62000" y="5457825"/>
            <a:ext cx="18746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636639" y="5457825"/>
            <a:ext cx="23705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007173" y="5457825"/>
            <a:ext cx="64228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Gestión de Datos </a:t>
            </a:r>
            <a:r>
              <a:rPr lang="en-US" sz="3150" b="0" i="0" u="none" strike="noStrike" cap="none">
                <a:solidFill>
                  <a:srgbClr val="F9731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 / Backend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2587079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Estrategia de Ingesta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381750" y="2587079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Seguridad de Sesión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81750" y="3053804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Laravel Sanctum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modo SPA para evitar vulnerabilidades XSS asociadas a LocalStorage, utilizando Cookies HttpOnly firmadas y protección CSRF nativa.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34704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095375" y="3053804"/>
            <a:ext cx="4714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Descarga Asíncrona: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Comandos Artisan utilizando Guzzle para descarga de fuentes JCyL.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95375" y="3840509"/>
            <a:ext cx="4714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Transformación: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Limpieza de caracteres mixtos e interpretación de coordenadas WGS84.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95375" y="4627215"/>
            <a:ext cx="4714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Upsert: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Operación inteligente para evitar duplicados en la base de datos.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34704"/>
            <a:ext cx="152400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05380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84050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2721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38425"/>
            <a:ext cx="33654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38425"/>
            <a:ext cx="33654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38425"/>
            <a:ext cx="3365599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Infraestructura Crítica </a:t>
            </a:r>
            <a:r>
              <a:rPr lang="en-US" sz="3150" b="0" i="0" u="none" strike="noStrike" cap="none">
                <a:solidFill>
                  <a:srgbClr val="F9731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 / DevOps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3028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057275" y="3600450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Virtualización LXC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57275" y="4057650"/>
            <a:ext cx="2774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Contenedores ligeros en Proxmox optimizados mediante </a:t>
            </a: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nesting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ejecutar Docker de forma anidada.</a:t>
            </a:r>
            <a:endParaRPr/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8475" y="30289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4708475" y="3600450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Zero Trust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708475" y="405765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Cloudflare Tunnel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eliminar la exposición de puertos y ocultar la IP pública del servidor doméstico.</a:t>
            </a:r>
            <a:endParaRPr/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30289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359675" y="3600450"/>
            <a:ext cx="291380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Orquestación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359675" y="4057650"/>
            <a:ext cx="2775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Despliegue de 6 servicios aislados (Frontend, Backend, DB, Proxy, Scheduler y Mailpit) vía Docker Compose.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495300" y="2433637"/>
            <a:ext cx="112014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Pruebas y Calidad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2286000" y="3529012"/>
            <a:ext cx="7620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Validación exhaustiva de usabilidad y cumplimiento de estándares internacionales.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619750" y="4367212"/>
            <a:ext cx="952500" cy="57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7512"/>
            <a:ext cx="1066800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Sostenibilidad Digital </a:t>
            </a:r>
            <a:r>
              <a:rPr lang="en-US" sz="3150" b="0" i="0" u="none" strike="noStrike" cap="none">
                <a:solidFill>
                  <a:srgbClr val="F9731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 / Green Coding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762000" y="2957512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40.5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4195762"/>
            <a:ext cx="5048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kWh ahorrados al mes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62000" y="4662487"/>
            <a:ext cx="5048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Gracias a la arquitectura de Edge Caching e ISR de Next.js que reduce el procesamiento en origen en un 80%.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762000" y="571500"/>
            <a:ext cx="112014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Líneas de Futuro </a:t>
            </a:r>
            <a:r>
              <a:rPr lang="en-US" sz="3150" b="0" i="0" u="none" strike="noStrike" cap="none">
                <a:solidFill>
                  <a:srgbClr val="F9731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07 / Evolución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762000" y="131445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762000" y="4219575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301775" y="3567112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73101" y="4233862"/>
            <a:ext cx="373374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IA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57250" y="4586287"/>
            <a:ext cx="3365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Generación de descripciones enriquecidas de locales mediante modelos de lenguaje.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857726" y="3567112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229051" y="4233862"/>
            <a:ext cx="373374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 Nativa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413200" y="4586287"/>
            <a:ext cx="3365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Desarrollo en React Native aprovechando la API REST para geolocalización en tiempo real.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9413676" y="3567112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7785002" y="4233862"/>
            <a:ext cx="373374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969150" y="4586287"/>
            <a:ext cx="3365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Cuadros de mando para la administración pública con densidades de hostelería.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495300" y="2257425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62000" y="3590925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Muchas gracias por su atención.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62000" y="434340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www.bbr.narfran.com | github.com/bbr-team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Panorámica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Poppins</vt:lpstr>
      <vt:lpstr>Inter</vt:lpstr>
      <vt:lpstr>Poppins Medium</vt:lpstr>
      <vt:lpstr>Arial</vt:lpstr>
      <vt:lpstr>Calibri</vt:lpstr>
      <vt:lpstr>Inter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Adrián Cantalapiedra Fernández</cp:lastModifiedBy>
  <cp:revision>1</cp:revision>
  <dcterms:modified xsi:type="dcterms:W3CDTF">2026-02-05T23:47:19Z</dcterms:modified>
</cp:coreProperties>
</file>